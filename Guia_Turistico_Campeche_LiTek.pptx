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61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1616"/>
                </a:solidFill>
                <a:latin typeface="Calibri"/>
              </a:rPr>
              <a:t>Ejemplo: temas más consultados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Consultas</c:v>
                </c:pt>
              </c:strCache>
            </c:strRef>
          </c:tx>
          <c:spPr>
            <a:solidFill>
              <a:srgbClr val="E30613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16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Comida</c:v>
                  </c:pt>
                  <c:pt idx="1">
                    <c:v>Fuertes</c:v>
                  </c:pt>
                  <c:pt idx="2">
                    <c:v>Rutas</c:v>
                  </c:pt>
                  <c:pt idx="3">
                    <c:v>Playas</c:v>
                  </c:pt>
                  <c:pt idx="4">
                    <c:v>Tours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31</c:v>
                </c:pt>
                <c:pt idx="2">
                  <c:v>27</c:v>
                </c:pt>
                <c:pt idx="3">
                  <c:v>19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16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30613"/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468880" cy="1481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guía de Campeche,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tu WhatsApp.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4892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Información, rutas y recomendaciones — en cualquier idioma, sin descargar ninguna app.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para la Secretaría de Turismo del Estado de Campeche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turista llega… y no sabe a dónde ir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2697480" cy="10972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E8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qué hacer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sin saber qué ver, qué comer ni a dónde 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56432" y="17830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6432" y="1783080"/>
            <a:ext cx="2697480" cy="10972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E8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85032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85032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Folletos, módulos cerrados y búsquedas confusas en internet.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7830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783080"/>
            <a:ext cx="2697480" cy="10972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E8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01384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baja apps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01384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turísticas ocupan espacio y casi nadie las instala.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89136" y="17830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89136" y="1783080"/>
            <a:ext cx="2697480" cy="10972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2" name="Text 20"/>
          <p:cNvSpPr/>
          <p:nvPr/>
        </p:nvSpPr>
        <p:spPr>
          <a:xfrm>
            <a:off x="9317736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E8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17736" y="2788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 de idioma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17736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turistas son extranjeros y no hablan español.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983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turista gasta menos, se va antes y no conoce todo lo que Campeche ofrece.</a:t>
            </a:r>
            <a:endParaRPr lang="en-US" sz="1600" dirty="0"/>
          </a:p>
        </p:txBody>
      </p:sp>
      <p:pic>
        <p:nvPicPr>
          <p:cNvPr id="2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guía con Inteligencia Artificial en WhatsApp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12848"/>
            <a:ext cx="640080" cy="6400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5054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ya tienen WhatsApp. Nada que descargar ni instalar.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212848"/>
            <a:ext cx="640080" cy="6400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idioma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06640" y="25054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automático en el idioma del turista.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10712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794760"/>
            <a:ext cx="640080" cy="6400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83080" y="36667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0873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a toda hora, sin filas ni módulos cerrados.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410712"/>
            <a:ext cx="5440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794760"/>
            <a:ext cx="640080" cy="64008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36667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como persona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6640" y="40873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menú robótico: entiende y platica.</a:t>
            </a:r>
            <a:endParaRPr lang="en-US" sz="1250" dirty="0"/>
          </a:p>
        </p:txBody>
      </p:sp>
      <p:pic>
        <p:nvPicPr>
          <p:cNvPr id="2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 fácil como escanear y preguntar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1828800"/>
            <a:ext cx="731520" cy="7315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16230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QR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aeropuerto, hoteles, centro, fuertes y terminal.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82112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0613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56432" y="210312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9412" y="1828800"/>
            <a:ext cx="731520" cy="7315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3" name="Text 11"/>
          <p:cNvSpPr/>
          <p:nvPr/>
        </p:nvSpPr>
        <p:spPr>
          <a:xfrm>
            <a:off x="443941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9312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escanea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85032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WhatsApp con el guía, listo para platicar.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98464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0613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272784" y="210312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55764" y="1828800"/>
            <a:ext cx="731520" cy="7315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7255764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55664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1384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quiera, en su idioma, con sus palabras.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14816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0613"/>
                </a:solidFill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089136" y="210312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72116" y="1828800"/>
            <a:ext cx="731520" cy="7315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2116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272016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todo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7736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+ cómo llegar (Maps) + recomendaciones.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turista NO instala nada · NO crea cuenta · solo escribe.</a:t>
            </a:r>
            <a:endParaRPr lang="en-US" sz="1500" dirty="0"/>
          </a:p>
        </p:txBody>
      </p:sp>
      <p:pic>
        <p:nvPicPr>
          <p:cNvPr id="29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puede preguntar el turista — y cómo se resuelve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3679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TURISTA PREGUNTA…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GUÍA RESPONDE…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“¿Qué puedo hacer hoy?”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actividades según día, clima y hora.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“¿A qué hora abre el Fuerte de San Miguel?”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Horarios y costo actualizados + cómo llegar.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“Dame una ruta turística para hoy”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Itinerario por cercanía: mañana, tarde y noche.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“¿Dónde como cochinita pibil?”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restaurantes + ubicación + promoción.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do I get to the historic center?”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en inglés + link de Google Maps.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E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“¿Hay tours a Edzná o Calakmul?”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Operadores, horarios y contacto disponibles.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LOCAL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 al turista con los negocios de Campeche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restaurante, hotel y tour aparece cuando el turista pregunta por su giro.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45059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reseña — 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qué se dedica, desde cuándo y qué ofrece.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promociones — 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 tu 3ª torta, una horchata gratis”, “un taco por visitarnos”.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13308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directo — 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turista llega ya enganchado, no anda perdido.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1783080"/>
            <a:ext cx="3867912" cy="3246120"/>
          </a:xfrm>
          <a:prstGeom prst="rect">
            <a:avLst/>
          </a:prstGeom>
          <a:solidFill>
            <a:srgbClr val="161616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80960" y="1783080"/>
            <a:ext cx="3867912" cy="128016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PUBLICIDAD LOCAL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01000" y="3200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aparece justo cuando el turista pregunta por eso — no antes, no de más.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01000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la economía de los campechanos.</a:t>
            </a:r>
            <a:endParaRPr lang="en-US" sz="1300" dirty="0"/>
          </a:p>
        </p:txBody>
      </p:sp>
      <p:pic>
        <p:nvPicPr>
          <p:cNvPr id="20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ESTADO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derrama, mejores datos, mejor imagen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6616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20116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derrama económica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turista que sabe qué hacer gasta más y se queda más tiempo.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6616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1828800"/>
            <a:ext cx="109728" cy="20116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turística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reales: qué busca la gente, de dónde viene, a qué horas.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10144" y="1828800"/>
            <a:ext cx="356616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144" y="1828800"/>
            <a:ext cx="109728" cy="20116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2057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innovadora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0184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Campeche como estado moderno, tecnológico y accesible.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56616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023360"/>
            <a:ext cx="109728" cy="20116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de app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que desarrollar ni mantener; sin contratar traductores.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25112" y="4023360"/>
            <a:ext cx="356616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4023360"/>
            <a:ext cx="109728" cy="20116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multilingüe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5152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turista atendido en su idioma, automáticamente.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10144" y="4023360"/>
            <a:ext cx="356616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4023360"/>
            <a:ext cx="109728" cy="20116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7" name="Text 25"/>
          <p:cNvSpPr/>
          <p:nvPr/>
        </p:nvSpPr>
        <p:spPr>
          <a:xfrm>
            <a:off x="8330184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lo local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30184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a los negocios y la economía de los campechanos.</a:t>
            </a:r>
            <a:endParaRPr lang="en-US" sz="1250" dirty="0"/>
          </a:p>
        </p:txBody>
      </p:sp>
      <p:pic>
        <p:nvPicPr>
          <p:cNvPr id="29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EL TURISTA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mejor experiencia, desde que llega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lugar  —  </a:t>
            </a:r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completa, en su idioma, al instante.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502920" cy="5029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58775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confiables  —  </a:t>
            </a:r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Curadas y verificadas, no reseñas falsas.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83864"/>
            <a:ext cx="502920" cy="5029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43814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llegar  —  </a:t>
            </a:r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directo de Google Maps a cada lugar.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334256"/>
            <a:ext cx="502920" cy="5029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2885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y regalos  —  </a:t>
            </a:r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por usar el servicio.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1389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siente acompañado  —  </a:t>
            </a:r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y seguridad durante toda su visita.</a:t>
            </a:r>
            <a:endParaRPr lang="en-US" sz="1500" dirty="0"/>
          </a:p>
        </p:txBody>
      </p:sp>
      <p:pic>
        <p:nvPicPr>
          <p:cNvPr id="20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PARA LOS PRESTADORES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clientes, sin apps ni publicidad cara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turistas que ya están aquí y listos para gastar.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Atraen clientes de inmediato al negocio.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 turistas preguntaron por su giro.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356616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complicaciones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sin su propia app ni publicidad costosa.</a:t>
            </a:r>
            <a:endParaRPr lang="en-US" sz="1350" dirty="0"/>
          </a:p>
        </p:txBody>
      </p:sp>
      <p:pic>
        <p:nvPicPr>
          <p:cNvPr id="17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TURÍSTICA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más valioso: datos que hoy no existen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genera reportes para Turismo: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Turistas atendidos por día y por mes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vienen y en qué idioma escriben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preguntan más (comida, fuertes, playas, tours)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de mayor afluencia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primera vez, Campeche sabría qué busca realmente el turista — para tomar mejores decisiones.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0" y="17830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9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Crece por fases, paso a paso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Piloto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Histórico de Campeche + 10 prestadores. QR en puntos clave.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8211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0613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56432" y="22860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85032" y="2011680"/>
            <a:ext cx="685800" cy="6858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3" name="Text 11"/>
          <p:cNvSpPr/>
          <p:nvPr/>
        </p:nvSpPr>
        <p:spPr>
          <a:xfrm>
            <a:off x="368503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85032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Ciudad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85032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ciudad + más giros: hoteles, tours, transporte.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98464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0613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2011680"/>
            <a:ext cx="685800" cy="6858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01384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Estado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1384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Carmen, Champotón, Calakmul, Edzná y pueblos mágicos.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1481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0613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089136" y="228600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17736" y="2011680"/>
            <a:ext cx="685800" cy="685800"/>
          </a:xfrm>
          <a:prstGeom prst="ellipse">
            <a:avLst/>
          </a:prstGeom>
          <a:solidFill>
            <a:srgbClr val="161616"/>
          </a:solidFill>
          <a:ln/>
        </p:spPr>
      </p:sp>
      <p:sp>
        <p:nvSpPr>
          <p:cNvPr id="25" name="Text 23"/>
          <p:cNvSpPr/>
          <p:nvPr/>
        </p:nvSpPr>
        <p:spPr>
          <a:xfrm>
            <a:off x="931773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17736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Voz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17736" y="33832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turista podrá hablar por teléfono con el guía.</a:t>
            </a:r>
            <a:endParaRPr lang="en-US" sz="1200" dirty="0"/>
          </a:p>
        </p:txBody>
      </p:sp>
      <p:pic>
        <p:nvPicPr>
          <p:cNvPr id="28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6400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932688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Y SOSTENIBILIDAD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paga solo y genera economía local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muy bajo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ya está desarrollada por LiTek.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109728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gratis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turistas escriben primero: WhatsApp entrante sin costo.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566160"/>
            <a:ext cx="109728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sostiene solo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Membresías de prestadores + apoyo de Turismo.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5440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1D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566160"/>
            <a:ext cx="109728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economía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9400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ventas para los negocios; más derrama para el estado.</a:t>
            </a:r>
            <a:endParaRPr lang="en-US" sz="1350" dirty="0"/>
          </a:p>
        </p:txBody>
      </p:sp>
      <p:pic>
        <p:nvPicPr>
          <p:cNvPr id="21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777240" cy="4663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82880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Turístico Inteligente · Campeche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Campeche, el primer estado con un guía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turístico inteligente por WhatsApp.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apps.  ·  En cualquier idioma.  ·  Para cada turista.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Hagamos juntos el piloto en el Centro Histórico.</a:t>
            </a:r>
            <a:endParaRPr lang="en-US" sz="1600" dirty="0"/>
          </a:p>
        </p:txBody>
      </p:sp>
      <p:pic>
        <p:nvPicPr>
          <p:cNvPr id="7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0"/>
            <a:ext cx="1920240" cy="11521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impresión y solución · Piensa Rojo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Turístico Inteligente de Campeche — WhatsApp</dc:title>
  <dc:subject>PptxGenJS Presentation</dc:subject>
  <dc:creator>LiTek</dc:creator>
  <cp:lastModifiedBy>LiTek</cp:lastModifiedBy>
  <cp:revision>1</cp:revision>
  <dcterms:created xsi:type="dcterms:W3CDTF">2026-06-14T03:13:07Z</dcterms:created>
  <dcterms:modified xsi:type="dcterms:W3CDTF">2026-06-14T03:13:07Z</dcterms:modified>
</cp:coreProperties>
</file>